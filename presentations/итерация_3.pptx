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54455"/>
            <a:ext cx="9144000" cy="107759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  <a:cs typeface="+mn-lt"/>
              </a:rPr>
              <a:t>Ripes - </a:t>
            </a:r>
            <a:r>
              <a:rPr lang="ru-RU">
                <a:latin typeface="+mn-lt"/>
                <a:cs typeface="+mn-lt"/>
              </a:rPr>
              <a:t>Итерация </a:t>
            </a:r>
            <a:r>
              <a:rPr lang="en-US" altLang="ru-RU">
                <a:latin typeface="+mn-lt"/>
                <a:cs typeface="+mn-lt"/>
              </a:rPr>
              <a:t>3</a:t>
            </a:r>
            <a:endParaRPr lang="en-US" altLang="ru-RU">
              <a:latin typeface="+mn-lt"/>
              <a:cs typeface="+mn-lt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2523490"/>
          </a:xfrm>
        </p:spPr>
        <p:txBody>
          <a:bodyPr>
            <a:noAutofit/>
          </a:bodyPr>
          <a:lstStyle/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Галкин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Александр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Скобелев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Никита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Злобин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Иван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Боривец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Савелий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Якушев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Петр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Кузнецов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Николай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1304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ru-RU" altLang="ru-RU" sz="1800">
                <a:solidFill>
                  <a:schemeClr val="tx1"/>
                </a:solidFill>
                <a:latin typeface="+mn-lt"/>
                <a:cs typeface="+mn-lt"/>
              </a:rPr>
              <a:t>Заказчик - Заславский М.М.</a:t>
            </a:r>
            <a:endParaRPr lang="ru-RU" altLang="ru-RU" sz="1800">
              <a:solidFill>
                <a:schemeClr val="tx1"/>
              </a:solidFill>
              <a:latin typeface="+mn-lt"/>
              <a:cs typeface="+mn-l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24000" y="140335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1524635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Санкт-Петербург, </a:t>
            </a:r>
            <a:r>
              <a:rPr lang="en-US" altLang="en-GB" sz="1800"/>
              <a:t>05</a:t>
            </a:r>
            <a:r>
              <a:rPr lang="ru-RU" altLang="en-GB" sz="1800"/>
              <a:t>.0</a:t>
            </a:r>
            <a:r>
              <a:rPr lang="en-US" altLang="ru-RU" sz="1800"/>
              <a:t>5</a:t>
            </a:r>
            <a:r>
              <a:rPr lang="ru-RU" altLang="en-GB" sz="1800"/>
              <a:t>.</a:t>
            </a:r>
            <a:r>
              <a:rPr lang="en-GB" sz="1800"/>
              <a:t>202</a:t>
            </a:r>
            <a:r>
              <a:rPr lang="ru-RU" altLang="en-GB" sz="1800"/>
              <a:t>6</a:t>
            </a:r>
            <a:endParaRPr lang="ru-RU" altLang="en-GB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 проекте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>
                <a:solidFill>
                  <a:schemeClr val="tx1"/>
                </a:solidFill>
              </a:rPr>
              <a:t>Ripes - </a:t>
            </a:r>
            <a:r>
              <a:rPr lang="en-US" altLang="en-US">
                <a:solidFill>
                  <a:schemeClr val="tx1"/>
                </a:solidFill>
              </a:rPr>
              <a:t>визуальный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симулятор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компьютерной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архитектуры</a:t>
            </a:r>
            <a:r>
              <a:rPr lang="en-US" altLang="ru-RU">
                <a:solidFill>
                  <a:schemeClr val="tx1"/>
                </a:solidFill>
              </a:rPr>
              <a:t> RISC-V, </a:t>
            </a:r>
            <a:r>
              <a:rPr lang="en-US" altLang="en-US">
                <a:solidFill>
                  <a:schemeClr val="tx1"/>
                </a:solidFill>
              </a:rPr>
              <a:t>предназначенный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обучения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экспериментов</a:t>
            </a:r>
            <a:r>
              <a:rPr lang="en-US" altLang="ru-RU">
                <a:solidFill>
                  <a:schemeClr val="tx1"/>
                </a:solidFill>
              </a:rPr>
              <a:t>. </a:t>
            </a:r>
            <a:r>
              <a:rPr lang="en-US" altLang="en-US">
                <a:solidFill>
                  <a:schemeClr val="tx1"/>
                </a:solidFill>
              </a:rPr>
              <a:t>Подсистема</a:t>
            </a:r>
            <a:r>
              <a:rPr lang="en-US" altLang="ru-RU">
                <a:solidFill>
                  <a:schemeClr val="tx1"/>
                </a:solidFill>
              </a:rPr>
              <a:t> Memory-Mapped I/O (MMIO) </a:t>
            </a:r>
            <a:r>
              <a:rPr lang="en-US" altLang="en-US">
                <a:solidFill>
                  <a:schemeClr val="tx1"/>
                </a:solidFill>
              </a:rPr>
              <a:t>позволяет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эмулировать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взаимодействие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процессора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периферийными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устройствами</a:t>
            </a:r>
            <a:r>
              <a:rPr lang="en-US" altLang="ru-RU">
                <a:solidFill>
                  <a:schemeClr val="tx1"/>
                </a:solidFill>
              </a:rPr>
              <a:t>.</a:t>
            </a:r>
            <a:endParaRPr lang="en-US" altLang="ru-RU">
              <a:solidFill>
                <a:schemeClr val="tx1"/>
              </a:solidFill>
            </a:endParaRPr>
          </a:p>
          <a:p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Задача</a:t>
            </a:r>
            <a:r>
              <a:rPr lang="en-US" altLang="ru-RU">
                <a:solidFill>
                  <a:schemeClr val="tx1"/>
                </a:solidFill>
              </a:rPr>
              <a:t>: </a:t>
            </a:r>
            <a:r>
              <a:rPr lang="en-US" altLang="en-US">
                <a:solidFill>
                  <a:schemeClr val="tx1"/>
                </a:solidFill>
              </a:rPr>
              <a:t>добавить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новые</a:t>
            </a:r>
            <a:r>
              <a:rPr lang="en-US" altLang="ru-RU">
                <a:solidFill>
                  <a:schemeClr val="tx1"/>
                </a:solidFill>
              </a:rPr>
              <a:t> IO-</a:t>
            </a:r>
            <a:r>
              <a:rPr lang="en-US" altLang="en-US">
                <a:solidFill>
                  <a:schemeClr val="tx1"/>
                </a:solidFill>
              </a:rPr>
              <a:t>устройства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ru-RU" altLang="en-US">
                <a:solidFill>
                  <a:schemeClr val="tx1"/>
                </a:solidFill>
              </a:rPr>
              <a:t>- </a:t>
            </a:r>
            <a:r>
              <a:rPr lang="en-US" altLang="en-US">
                <a:solidFill>
                  <a:schemeClr val="tx1"/>
                </a:solidFill>
              </a:rPr>
              <a:t>мышь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клавиатура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семисегментный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План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итерацию</a:t>
            </a:r>
            <a:r>
              <a:rPr lang="en-US" altLang="ru-RU"/>
              <a:t> 3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982470"/>
            <a:ext cx="10515600" cy="4351338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1. Реализовать тесты для мыши, клавиатуры и семисегментного индикатора через </a:t>
            </a:r>
            <a:r>
              <a:rPr lang="en-US" altLang="ru-RU">
                <a:solidFill>
                  <a:schemeClr val="tx1"/>
                </a:solidFill>
              </a:rPr>
              <a:t>silenium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2. Подготовить </a:t>
            </a:r>
            <a:r>
              <a:rPr lang="en-US" altLang="ru-RU">
                <a:solidFill>
                  <a:schemeClr val="tx1"/>
                </a:solidFill>
              </a:rPr>
              <a:t>PR </a:t>
            </a:r>
            <a:r>
              <a:rPr lang="en-US" altLang="en-US">
                <a:solidFill>
                  <a:schemeClr val="tx1"/>
                </a:solidFill>
              </a:rPr>
              <a:t>для слияния форка с оригинальным репозиторием по каждому из устройств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Результат</a:t>
            </a:r>
            <a:r>
              <a:rPr lang="ru-RU" altLang="en-US"/>
              <a:t>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260475"/>
            <a:ext cx="10515600" cy="5455285"/>
          </a:xfrm>
        </p:spPr>
        <p:txBody>
          <a:bodyPr>
            <a:normAutofit fontScale="80000"/>
          </a:bodyPr>
          <a:p>
            <a:r>
              <a:rPr lang="en-US" altLang="en-US">
                <a:solidFill>
                  <a:schemeClr val="tx1"/>
                </a:solidFill>
              </a:rPr>
              <a:t>1. Реализованы юнит-тесты для клавиатуры (</a:t>
            </a:r>
            <a:r>
              <a:rPr lang="en-US" altLang="ru-RU">
                <a:solidFill>
                  <a:schemeClr val="tx1"/>
                </a:solidFill>
              </a:rPr>
              <a:t>test/tst_io_keyboard.cpp)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2. Реализованы юнит-тесты для мыши (</a:t>
            </a:r>
            <a:r>
              <a:rPr lang="en-US" altLang="ru-RU">
                <a:solidFill>
                  <a:schemeClr val="tx1"/>
                </a:solidFill>
              </a:rPr>
              <a:t>test/tst_io_mouse.cpp)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3. Реализованы юнит-тесты для семисегментного индикатора (</a:t>
            </a:r>
            <a:r>
              <a:rPr lang="en-US" altLang="ru-RU">
                <a:solidFill>
                  <a:schemeClr val="tx1"/>
                </a:solidFill>
              </a:rPr>
              <a:t>test/tst_io_7indicator.cpp)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4. Настроен запуск тестов через </a:t>
            </a:r>
            <a:r>
              <a:rPr lang="en-US" altLang="ru-RU">
                <a:solidFill>
                  <a:schemeClr val="tx1"/>
                </a:solidFill>
              </a:rPr>
              <a:t>GitHub Actions (.github/workflows/io-tests.yml, </a:t>
            </a:r>
            <a:r>
              <a:rPr lang="en-US" altLang="en-US">
                <a:solidFill>
                  <a:schemeClr val="tx1"/>
                </a:solidFill>
              </a:rPr>
              <a:t>ручной запуск с указанием ветки/коммита)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5. Подготовлены и отправлены </a:t>
            </a:r>
            <a:r>
              <a:rPr lang="en-US" altLang="ru-RU">
                <a:solidFill>
                  <a:schemeClr val="tx1"/>
                </a:solidFill>
              </a:rPr>
              <a:t>PR </a:t>
            </a:r>
            <a:r>
              <a:rPr lang="en-US" altLang="en-US">
                <a:solidFill>
                  <a:schemeClr val="tx1"/>
                </a:solidFill>
              </a:rPr>
              <a:t>в оригинальный репозиторий </a:t>
            </a:r>
            <a:r>
              <a:rPr lang="en-US" altLang="ru-RU">
                <a:solidFill>
                  <a:schemeClr val="tx1"/>
                </a:solidFill>
              </a:rPr>
              <a:t>mortbopet/Ripes </a:t>
            </a:r>
            <a:r>
              <a:rPr lang="en-US" altLang="en-US">
                <a:solidFill>
                  <a:schemeClr val="tx1"/>
                </a:solidFill>
              </a:rPr>
              <a:t>по каждому из устройств: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   - Keyboard - </a:t>
            </a:r>
            <a:r>
              <a:rPr lang="en-US" altLang="en-US">
                <a:solidFill>
                  <a:schemeClr val="tx1"/>
                </a:solidFill>
              </a:rPr>
              <a:t>ветка </a:t>
            </a:r>
            <a:r>
              <a:rPr lang="en-US" altLang="ru-RU">
                <a:solidFill>
                  <a:schemeClr val="tx1"/>
                </a:solidFill>
              </a:rPr>
              <a:t>pr/io-keyboard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   - Mouse - </a:t>
            </a:r>
            <a:r>
              <a:rPr lang="en-US" altLang="en-US">
                <a:solidFill>
                  <a:schemeClr val="tx1"/>
                </a:solidFill>
              </a:rPr>
              <a:t>ветка </a:t>
            </a:r>
            <a:r>
              <a:rPr lang="en-US" altLang="ru-RU">
                <a:solidFill>
                  <a:schemeClr val="tx1"/>
                </a:solidFill>
              </a:rPr>
              <a:t>pr/io-mouse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   - Seven Segment - </a:t>
            </a:r>
            <a:r>
              <a:rPr lang="en-US" altLang="en-US">
                <a:solidFill>
                  <a:schemeClr val="tx1"/>
                </a:solidFill>
              </a:rPr>
              <a:t>ветка </a:t>
            </a:r>
            <a:r>
              <a:rPr lang="en-US" altLang="ru-RU">
                <a:solidFill>
                  <a:schemeClr val="tx1"/>
                </a:solidFill>
              </a:rPr>
              <a:t>pr/io-7indicator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6. Примеры демо-программ (</a:t>
            </a:r>
            <a:r>
              <a:rPr lang="en-US" altLang="ru-RU">
                <a:solidFill>
                  <a:schemeClr val="tx1"/>
                </a:solidFill>
              </a:rPr>
              <a:t>keyboardLedMatrix.c, mouseDrawing.c, sevenSegmentRunner.c) </a:t>
            </a:r>
            <a:r>
              <a:rPr lang="en-US" altLang="en-US">
                <a:solidFill>
                  <a:schemeClr val="tx1"/>
                </a:solidFill>
              </a:rPr>
              <a:t>адаптированы под </a:t>
            </a:r>
            <a:r>
              <a:rPr lang="en-US" altLang="ru-RU">
                <a:solidFill>
                  <a:schemeClr val="tx1"/>
                </a:solidFill>
              </a:rPr>
              <a:t>PR: </a:t>
            </a:r>
            <a:r>
              <a:rPr lang="en-US" altLang="en-US">
                <a:solidFill>
                  <a:schemeClr val="tx1"/>
                </a:solidFill>
              </a:rPr>
              <a:t>каждая программа использует только одно устройство, зависимости между периферийными устройствами исключены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sz="3555"/>
              <a:t>Результат</a:t>
            </a:r>
            <a:r>
              <a:rPr lang="ru-RU" altLang="en-US" sz="3555"/>
              <a:t>ы</a:t>
            </a:r>
            <a:endParaRPr lang="ru-RU" altLang="en-US" sz="3555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07000" y="0"/>
            <a:ext cx="6985000" cy="277304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260" y="2814320"/>
            <a:ext cx="5666740" cy="404368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8825"/>
            <a:ext cx="5160010" cy="4829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План на итерацию </a:t>
            </a:r>
            <a:r>
              <a:rPr lang="en-US" altLang="ru-RU"/>
              <a:t>4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>
                <a:solidFill>
                  <a:schemeClr val="tx1"/>
                </a:solidFill>
              </a:rPr>
              <a:t>1. </a:t>
            </a:r>
            <a:r>
              <a:rPr lang="en-US" altLang="en-US">
                <a:solidFill>
                  <a:schemeClr val="tx1"/>
                </a:solidFill>
              </a:rPr>
              <a:t>Развернуть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приложение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docker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доступа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web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2.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тесты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мыши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клавиатуры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семисегментного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silenium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2. </a:t>
            </a:r>
            <a:r>
              <a:rPr lang="en-US" altLang="en-US">
                <a:solidFill>
                  <a:schemeClr val="tx1"/>
                </a:solidFill>
              </a:rPr>
              <a:t>Подготовить</a:t>
            </a:r>
            <a:r>
              <a:rPr lang="en-US" altLang="ru-RU">
                <a:solidFill>
                  <a:schemeClr val="tx1"/>
                </a:solidFill>
              </a:rPr>
              <a:t> PR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слияния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форка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оригинальным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репозиторием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каждому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из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устройств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1798</Words>
  <Application>WPS Presentation</Application>
  <PresentationFormat>宽屏</PresentationFormat>
  <Paragraphs>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Ripes - Итерация 2</vt:lpstr>
      <vt:lpstr>О проекте</vt:lpstr>
      <vt:lpstr>План на итерацию 2</vt:lpstr>
      <vt:lpstr>Результаты</vt:lpstr>
      <vt:lpstr>Результаты</vt:lpstr>
      <vt:lpstr>План на итерацию 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n1ck111555111</cp:lastModifiedBy>
  <cp:revision>10</cp:revision>
  <dcterms:created xsi:type="dcterms:W3CDTF">2025-07-23T00:59:00Z</dcterms:created>
  <dcterms:modified xsi:type="dcterms:W3CDTF">2026-05-04T21:08:06Z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1049-12.1.0.25862</vt:lpwstr>
  </property>
  <property fmtid="{D5CDD505-2E9C-101B-9397-08002B2CF9AE}" pid="3" name="ICV">
    <vt:lpwstr>60F9A01E2F73458594BB4CA24376C3BB_11</vt:lpwstr>
  </property>
</Properties>
</file>