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4455"/>
            <a:ext cx="9144000" cy="107759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+mn-lt"/>
                <a:cs typeface="+mn-lt"/>
              </a:rPr>
              <a:t>Ripes - </a:t>
            </a:r>
            <a:r>
              <a:rPr lang="ru-RU">
                <a:latin typeface="+mn-lt"/>
                <a:cs typeface="+mn-lt"/>
              </a:rPr>
              <a:t>Итерация 2</a:t>
            </a:r>
            <a:endParaRPr lang="ru-RU">
              <a:latin typeface="+mn-lt"/>
              <a:cs typeface="+mn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2523490"/>
          </a:xfrm>
        </p:spPr>
        <p:txBody>
          <a:bodyPr>
            <a:noAutofit/>
          </a:bodyPr>
          <a:lstStyle/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Галкин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Александр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Скобелев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Никита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Злобин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Иван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Боривец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Савелий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Якушев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Петр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3383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Кузнецов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+mn-lt"/>
                <a:cs typeface="+mn-lt"/>
              </a:rPr>
              <a:t>Николай</a:t>
            </a:r>
            <a:r>
              <a:rPr lang="en-US" altLang="ru-RU" sz="1800">
                <a:solidFill>
                  <a:schemeClr val="tx1"/>
                </a:solidFill>
                <a:latin typeface="+mn-lt"/>
                <a:cs typeface="+mn-lt"/>
              </a:rPr>
              <a:t> 1304</a:t>
            </a:r>
            <a:endParaRPr lang="en-US" altLang="ru-RU" sz="1800">
              <a:solidFill>
                <a:schemeClr val="tx1"/>
              </a:solidFill>
              <a:latin typeface="+mn-lt"/>
              <a:cs typeface="+mn-lt"/>
            </a:endParaRPr>
          </a:p>
          <a:p>
            <a:pPr algn="r"/>
            <a:r>
              <a:rPr lang="ru-RU" altLang="ru-RU" sz="1800">
                <a:solidFill>
                  <a:schemeClr val="tx1"/>
                </a:solidFill>
                <a:latin typeface="+mn-lt"/>
                <a:cs typeface="+mn-lt"/>
              </a:rPr>
              <a:t>Заказчик - Заславский М.М.</a:t>
            </a:r>
            <a:endParaRPr lang="ru-RU" altLang="ru-RU" sz="1800">
              <a:solidFill>
                <a:schemeClr val="tx1"/>
              </a:solidFill>
              <a:latin typeface="+mn-lt"/>
              <a:cs typeface="+mn-l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24000" y="140335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1524635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Санкт-Петербург, </a:t>
            </a:r>
            <a:r>
              <a:rPr lang="ru-RU" altLang="en-GB" sz="1800"/>
              <a:t>25.03.</a:t>
            </a:r>
            <a:r>
              <a:rPr lang="en-GB" sz="1800"/>
              <a:t>202</a:t>
            </a:r>
            <a:r>
              <a:rPr lang="ru-RU" altLang="en-GB" sz="1800"/>
              <a:t>6</a:t>
            </a:r>
            <a:endParaRPr lang="ru-RU" altLang="en-GB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 проекте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Ripes - </a:t>
            </a:r>
            <a:r>
              <a:rPr lang="en-US" altLang="en-US">
                <a:solidFill>
                  <a:schemeClr val="tx1"/>
                </a:solidFill>
              </a:rPr>
              <a:t>визуальный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симулятор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компьютерной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архитектуры</a:t>
            </a:r>
            <a:r>
              <a:rPr lang="en-US" altLang="ru-RU">
                <a:solidFill>
                  <a:schemeClr val="tx1"/>
                </a:solidFill>
              </a:rPr>
              <a:t> RISC-V, </a:t>
            </a:r>
            <a:r>
              <a:rPr lang="en-US" altLang="en-US">
                <a:solidFill>
                  <a:schemeClr val="tx1"/>
                </a:solidFill>
              </a:rPr>
              <a:t>предназначенный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обучения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экспериментов</a:t>
            </a:r>
            <a:r>
              <a:rPr lang="en-US" altLang="ru-RU">
                <a:solidFill>
                  <a:schemeClr val="tx1"/>
                </a:solidFill>
              </a:rPr>
              <a:t>. </a:t>
            </a:r>
            <a:r>
              <a:rPr lang="en-US" altLang="en-US">
                <a:solidFill>
                  <a:schemeClr val="tx1"/>
                </a:solidFill>
              </a:rPr>
              <a:t>Подсистема</a:t>
            </a:r>
            <a:r>
              <a:rPr lang="en-US" altLang="ru-RU">
                <a:solidFill>
                  <a:schemeClr val="tx1"/>
                </a:solidFill>
              </a:rPr>
              <a:t> Memory-Mapped I/O (MMIO) </a:t>
            </a:r>
            <a:r>
              <a:rPr lang="en-US" altLang="en-US">
                <a:solidFill>
                  <a:schemeClr val="tx1"/>
                </a:solidFill>
              </a:rPr>
              <a:t>позволяет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эмулировать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взаимодействие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процессора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периферийными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устройствами</a:t>
            </a:r>
            <a:r>
              <a:rPr lang="en-US" altLang="ru-RU">
                <a:solidFill>
                  <a:schemeClr val="tx1"/>
                </a:solidFill>
              </a:rPr>
              <a:t>.</a:t>
            </a:r>
            <a:endParaRPr lang="en-US" altLang="ru-RU">
              <a:solidFill>
                <a:schemeClr val="tx1"/>
              </a:solidFill>
            </a:endParaRPr>
          </a:p>
          <a:p>
            <a:endParaRPr lang="en-US" altLang="ru-RU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Задача</a:t>
            </a:r>
            <a:r>
              <a:rPr lang="en-US" altLang="ru-RU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добавить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новые</a:t>
            </a:r>
            <a:r>
              <a:rPr lang="en-US" altLang="ru-RU">
                <a:solidFill>
                  <a:schemeClr val="tx1"/>
                </a:solidFill>
              </a:rPr>
              <a:t> IO-</a:t>
            </a:r>
            <a:r>
              <a:rPr lang="en-US" altLang="en-US">
                <a:solidFill>
                  <a:schemeClr val="tx1"/>
                </a:solidFill>
              </a:rPr>
              <a:t>устройства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ru-RU" altLang="en-US">
                <a:solidFill>
                  <a:schemeClr val="tx1"/>
                </a:solidFill>
              </a:rPr>
              <a:t>-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клавиатура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семисегментный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План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итерацию</a:t>
            </a:r>
            <a:r>
              <a:rPr lang="en-US" altLang="ru-RU"/>
              <a:t> </a:t>
            </a:r>
            <a:r>
              <a:rPr lang="ru-RU" altLang="en-US"/>
              <a:t>2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982470"/>
            <a:ext cx="10515600" cy="4351338"/>
          </a:xfrm>
        </p:spPr>
        <p:txBody>
          <a:bodyPr/>
          <a:p>
            <a:r>
              <a:rPr lang="en-US" altLang="ru-RU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клавиатуру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3.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Результат</a:t>
            </a:r>
            <a:r>
              <a:rPr lang="ru-RU" altLang="en-US"/>
              <a:t>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Реализована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сборка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приложения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docker. </a:t>
            </a:r>
            <a:r>
              <a:rPr lang="en-US" altLang="en-US">
                <a:solidFill>
                  <a:schemeClr val="tx1"/>
                </a:solidFill>
              </a:rPr>
              <a:t>В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текущей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версии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доступ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</a:t>
            </a:r>
            <a:r>
              <a:rPr lang="en-US" altLang="ru-RU">
                <a:solidFill>
                  <a:schemeClr val="tx1"/>
                </a:solidFill>
              </a:rPr>
              <a:t> UI </a:t>
            </a:r>
            <a:r>
              <a:rPr lang="en-US" altLang="en-US">
                <a:solidFill>
                  <a:schemeClr val="tx1"/>
                </a:solidFill>
              </a:rPr>
              <a:t>получается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сервер</a:t>
            </a:r>
            <a:r>
              <a:rPr lang="en-US" altLang="ru-RU">
                <a:solidFill>
                  <a:schemeClr val="tx1"/>
                </a:solidFill>
              </a:rPr>
              <a:t> X11 </a:t>
            </a:r>
            <a:r>
              <a:rPr lang="en-US" altLang="en-US">
                <a:solidFill>
                  <a:schemeClr val="tx1"/>
                </a:solidFill>
              </a:rPr>
              <a:t>на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линуксе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в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ходе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итерации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было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решено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доступ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web,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этого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будет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использоваться</a:t>
            </a:r>
            <a:r>
              <a:rPr lang="en-US" altLang="ru-RU">
                <a:solidFill>
                  <a:schemeClr val="tx1"/>
                </a:solidFill>
              </a:rPr>
              <a:t> VNC </a:t>
            </a:r>
            <a:r>
              <a:rPr lang="en-US" altLang="en-US">
                <a:solidFill>
                  <a:schemeClr val="tx1"/>
                </a:solidFill>
              </a:rPr>
              <a:t>сервер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внутри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контейнера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веб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клиент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доступа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нему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Реализована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клавиатура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3. </a:t>
            </a:r>
            <a:r>
              <a:rPr lang="en-US" altLang="en-US">
                <a:solidFill>
                  <a:schemeClr val="tx1"/>
                </a:solidFill>
              </a:rPr>
              <a:t>Реализован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семисегментный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4. </a:t>
            </a:r>
            <a:r>
              <a:rPr lang="en-US" altLang="en-US">
                <a:solidFill>
                  <a:schemeClr val="tx1"/>
                </a:solidFill>
              </a:rPr>
              <a:t>Реализована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мышь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согласно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стайл</a:t>
            </a:r>
            <a:r>
              <a:rPr lang="en-US" altLang="ru-RU">
                <a:solidFill>
                  <a:schemeClr val="tx1"/>
                </a:solidFill>
              </a:rPr>
              <a:t>-</a:t>
            </a:r>
            <a:r>
              <a:rPr lang="en-US" altLang="en-US">
                <a:solidFill>
                  <a:schemeClr val="tx1"/>
                </a:solidFill>
              </a:rPr>
              <a:t>гайду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всем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требованиям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3555"/>
              <a:t>Результат</a:t>
            </a:r>
            <a:r>
              <a:rPr lang="ru-RU" altLang="en-US" sz="3555"/>
              <a:t>ы</a:t>
            </a:r>
            <a:endParaRPr lang="ru-RU" altLang="en-US" sz="3555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4395" y="1620520"/>
            <a:ext cx="78981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План на итерацию 3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>
                <a:solidFill>
                  <a:schemeClr val="tx1"/>
                </a:solidFill>
              </a:rPr>
              <a:t>1. </a:t>
            </a:r>
            <a:r>
              <a:rPr lang="en-US" altLang="en-US">
                <a:solidFill>
                  <a:schemeClr val="tx1"/>
                </a:solidFill>
              </a:rPr>
              <a:t>Развернуть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приложение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docker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доступа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web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Реализовать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тесты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мыши</a:t>
            </a:r>
            <a:r>
              <a:rPr lang="en-US" altLang="ru-RU">
                <a:solidFill>
                  <a:schemeClr val="tx1"/>
                </a:solidFill>
              </a:rPr>
              <a:t>, </a:t>
            </a:r>
            <a:r>
              <a:rPr lang="en-US" altLang="en-US">
                <a:solidFill>
                  <a:schemeClr val="tx1"/>
                </a:solidFill>
              </a:rPr>
              <a:t>клавиатуры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семисегментного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индикатора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через</a:t>
            </a:r>
            <a:r>
              <a:rPr lang="en-US" altLang="ru-RU">
                <a:solidFill>
                  <a:schemeClr val="tx1"/>
                </a:solidFill>
              </a:rPr>
              <a:t> silenium</a:t>
            </a:r>
            <a:endParaRPr lang="en-US" altLang="ru-RU">
              <a:solidFill>
                <a:schemeClr val="tx1"/>
              </a:solidFill>
            </a:endParaRPr>
          </a:p>
          <a:p>
            <a:r>
              <a:rPr lang="en-US" altLang="ru-RU">
                <a:solidFill>
                  <a:schemeClr val="tx1"/>
                </a:solidFill>
              </a:rPr>
              <a:t>2. </a:t>
            </a:r>
            <a:r>
              <a:rPr lang="en-US" altLang="en-US">
                <a:solidFill>
                  <a:schemeClr val="tx1"/>
                </a:solidFill>
              </a:rPr>
              <a:t>Подготовить</a:t>
            </a:r>
            <a:r>
              <a:rPr lang="en-US" altLang="ru-RU">
                <a:solidFill>
                  <a:schemeClr val="tx1"/>
                </a:solidFill>
              </a:rPr>
              <a:t> PR </a:t>
            </a:r>
            <a:r>
              <a:rPr lang="en-US" altLang="en-US">
                <a:solidFill>
                  <a:schemeClr val="tx1"/>
                </a:solidFill>
              </a:rPr>
              <a:t>для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слияния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форка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с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оригинальным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репозиторием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по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каждому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из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устройств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WPS Presentation</Application>
  <PresentationFormat>宽屏</PresentationFormat>
  <Paragraphs>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Ripes - Итерация 1</vt:lpstr>
      <vt:lpstr>О проекте</vt:lpstr>
      <vt:lpstr>План на итерацию 1</vt:lpstr>
      <vt:lpstr>Результат: Wiki-страницы</vt:lpstr>
      <vt:lpstr>Результат: прототип мыши, клавиатуры, семисегментного индикатора</vt:lpstr>
      <vt:lpstr>План на итерацию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n1ck111555111</cp:lastModifiedBy>
  <cp:revision>9</cp:revision>
  <dcterms:created xsi:type="dcterms:W3CDTF">2025-07-23T00:59:00Z</dcterms:created>
  <dcterms:modified xsi:type="dcterms:W3CDTF">2026-03-25T19:41:16Z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60F9A01E2F73458594BB4CA24376C3BB_11</vt:lpwstr>
  </property>
</Properties>
</file>